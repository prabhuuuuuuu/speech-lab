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Question Answering in NLP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Question Answering in NLP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Question Answering (QA) is an NLP task in which a system receives a question and produces the most appropriate answer using information from a knowledge source, document, or learned language model.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Types: 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Knowledge-Based Question Answering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Deep Learning Models for Question Answering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1. Knowledge-Based Question Answering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Knowledge-based QA answers questions by querying a structured knowledge source, such as: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Knowledge graphs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Databases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Ontologies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Semantic networks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Rule-based knowledge bases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Autofit/>
          </a:bodyPr>
          <a:p>
            <a:pPr marL="457200" lvl="1" indent="457200">
              <a:buNone/>
            </a:pPr>
            <a:r>
              <a:rPr lang="en-US" altLang="en-US" sz="900"/>
              <a:t>        User Question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		 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	      Question Analysis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		 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	┌────────┴────────┐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Entity Detection    Intent Detection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└────────┬────────┘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       Knowledge Representation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		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         Query Generation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 	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	   Knowledge Base / Graph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 	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	       Answer Retrieval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		  │</a:t>
            </a:r>
            <a:endParaRPr lang="en-US" altLang="en-US" sz="900"/>
          </a:p>
          <a:p>
            <a:pPr marL="0" indent="0">
              <a:buNone/>
            </a:pPr>
            <a:r>
              <a:rPr lang="en-US" altLang="en-US" sz="900"/>
              <a:t>                              Final Answer</a:t>
            </a:r>
            <a:endParaRPr lang="en-US" altLang="en-US" sz="9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Question: Who is the capital of France?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More naturally: What is the capital of France?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system identifies: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Entity → France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Relation → capital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Expected answer → City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Knowledge graph: France ──capital_of──&gt; Paris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Therefore: Answer = Paris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Knowledge Graph-Based QA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5000"/>
          </a:bodyPr>
          <a:p>
            <a:pPr marL="0" indent="0">
              <a:buNone/>
            </a:pPr>
            <a:r>
              <a:rPr lang="en-US" altLang="en-US"/>
              <a:t>A knowledge graph represents information as triples: (Entity</a:t>
            </a:r>
            <a:r>
              <a:rPr lang="en-US" altLang="en-US" baseline="-25000"/>
              <a:t>1</a:t>
            </a:r>
            <a:r>
              <a:rPr lang="en-US" altLang="en-US"/>
              <a:t>, Relation, Entity</a:t>
            </a:r>
            <a:r>
              <a:rPr lang="en-US" altLang="en-US" baseline="-25000"/>
              <a:t>2</a:t>
            </a:r>
            <a:r>
              <a:rPr lang="en-US" altLang="en-US"/>
              <a:t>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(France, capital, Paris)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(India, capital, New Delhi)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(Chennai, located_in, Tamil Nadu)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(Tamil Nadu, country, India)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Question:  What is the capital of India?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system converts the question into a structured query: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Subject = India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Relation = capital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Object = 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Search: (India, capital, ?)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Knowledge graph returns: (India, capital, New Delhi)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Answer: New Delhi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Types 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4389120"/>
        </p:xfrm>
        <a:graphic>
          <a:graphicData uri="http://schemas.openxmlformats.org/drawingml/2006/table">
            <a:tbl>
              <a:tblPr/>
              <a:tblGrid>
                <a:gridCol w="3656330"/>
                <a:gridCol w="3656330"/>
                <a:gridCol w="3656330"/>
              </a:tblGrid>
              <a:tr h="54864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Knowledge Source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Example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72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Database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Relational database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"How many students scored above 80?"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Knowledge Graph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Knowledge graph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"Who is the CEO of X?"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Ontology-based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Ontology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"Which animals are mammals?"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Rule-based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Rules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"If A and B, then C"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Semantic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Structured semantic representation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"Where was the author born?"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Worked Example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45000"/>
          </a:bodyPr>
          <a:p>
            <a:pPr marL="0" indent="0">
              <a:buNone/>
            </a:pPr>
            <a:r>
              <a:rPr lang="en-US" altLang="en-US"/>
              <a:t>(Student, studies, NLP)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(Student, studies, Machine Learning)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(NLP, belongs_to, Computer Science)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(Machine Learning, belongs_to, Computer Science)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Question: : What does Student study?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 1 – Question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Identify: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Entity = Student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Relation = studies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 2 – Convert to query : (Student, studies, ?)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 3 – Search knowledge base : Matching triples: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(Student, studies, NLP)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(Student, studies, Machine Learning)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Step 4 – Generate answer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Student studies NLP and Machine Learning.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This approach is highly effective when the information is structured and explicitly represented.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Limitations of Knowledge-Based QA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Knowledge-based QA can have difficulty when: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The question is ambiguous.</a:t>
            </a:r>
            <a:endParaRPr lang="en-US" altLang="en-US"/>
          </a:p>
          <a:p>
            <a:r>
              <a:rPr lang="en-US" altLang="en-US"/>
              <a:t>Information is missing from the knowledge base.</a:t>
            </a:r>
            <a:endParaRPr lang="en-US" altLang="en-US"/>
          </a:p>
          <a:p>
            <a:r>
              <a:rPr lang="en-US" altLang="en-US"/>
              <a:t>The question requires complex reasoning.</a:t>
            </a:r>
            <a:endParaRPr lang="en-US" altLang="en-US"/>
          </a:p>
          <a:p>
            <a:r>
              <a:rPr lang="en-US" altLang="en-US"/>
              <a:t>The question is expressed in natural language variations.</a:t>
            </a:r>
            <a:endParaRPr lang="en-US" altLang="en-US"/>
          </a:p>
          <a:p>
            <a:r>
              <a:rPr lang="en-US" altLang="en-US"/>
              <a:t>The answer exists only in unstructured text.</a:t>
            </a:r>
            <a:endParaRPr lang="en-US" altLang="en-US"/>
          </a:p>
          <a:p>
            <a:r>
              <a:rPr lang="en-US" altLang="en-US"/>
              <a:t>The knowledge base is outdated.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This led to the development of deep-learning-based QA systems.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Deep Learning Models for Question Answering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Deep learning QA systems learn representations of the question and answer/context automatically.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typical neural QA system receives: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 + Context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Neural Encoder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Context Representation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Answer Prediction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CNN-based QA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Convolutional Neural Networks can extract local features from the question and context.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Word Embeddings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CNN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Feature Extraction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Answer Prediction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CNNs are useful for identifying local patterns but are less effective for very long dependencies.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RNN / LSTM-based QA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/>
              <a:t>RNNs and LSTMs process the sequence while maintaining information from previous words.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Context: Marie Curie was born in Warsaw. She later moved to Paris.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Question: Where was Marie Curie born?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processes: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Marie → Curie → was → born → in → Warsaw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             ↑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 → Where was Marie Curie born?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       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     Answer = Warsaw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LSTM attempts to capture the relationship between: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"Marie Curie" → "born" → "Warsaw"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Attention-Based Question Answering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Attention allows the model to determine which words in the context are most relevant to the question.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 : Context: Raman went to Chennai yesterday to attend a conference.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Question: Where did Raman go?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should assign higher attention to: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Raman → went → Chennai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		 ↑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		high attention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highest attention is given to Chennai.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Therefore: Answer = Chennai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Transformer-Based Question Answering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Transformers significantly improved QA because they use self-attention to model relationships between words.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 ─── Tokenization ----- Transformer Encoder ---- Self-Attention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					    Contextual Embeddings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			    ┌────────┴────────┐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			        Start Position     		 End Position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			              └────────┬────────┘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                                       Answer Span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Models such as BERT are particularly important for extractive QA.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BERT for Question Answering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45000"/>
          </a:bodyPr>
          <a:p>
            <a:pPr marL="0" indent="0">
              <a:buNone/>
            </a:pPr>
            <a:r>
              <a:rPr lang="en-US" altLang="en-US"/>
              <a:t>BERT can take the following input: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[CLS] Where was Marie Curie born?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[SEP]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Marie Curie was born in Warsaw.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[SEP]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BERT produces contextual representations for every token. Then two classifiers predict: Start position End position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Marie Curie was born in Warsaw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0     1     2   3    4   5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model might predict: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Start probability → Warsaw = 0.82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End probability   → Warsaw = 0.91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Hence: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Start = Warsaw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End   = Warsaw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Final answer: Warsaw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Extractive vs Generative QA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Extractive QA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answer is taken directly from the given context.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Context: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"India's capital is New Delhi."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Question: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"What is India's capital?"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Answer: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"New Delhi"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BERT-style QA is commonly used for this approach.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300"/>
              <a:t>Generative QA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The model generates the answer rather than simply selecting a span.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Question    +   Context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Generative Model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   ↓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Generated Answer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Models based on encoder-decoder architectures, such as T5, can perform generative QA.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Question: Why does rain occur?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/>
              <a:t>Generated answer: Rain occurs when water vapor condenses into droplets that become heavy enough to fall.</a:t>
            </a:r>
            <a:endParaRPr lang="en-US" altLang="en-US" sz="1300"/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Encoder–Decoder QA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The encoder understands the question/context.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decoder generates the answer.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Models such as T5 formulate many NLP tasks as: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→ text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Input: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"question: What is the capital of France?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context: France is a country in Europe.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Output: "Paris"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Knowledge-Based vs Deep Learning QA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4526280"/>
        </p:xfrm>
        <a:graphic>
          <a:graphicData uri="http://schemas.openxmlformats.org/drawingml/2006/table">
            <a:tbl>
              <a:tblPr/>
              <a:tblGrid>
                <a:gridCol w="3656330"/>
                <a:gridCol w="3656330"/>
                <a:gridCol w="3656330"/>
              </a:tblGrid>
              <a:tr h="339725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Feature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Knowledge-Based QA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Deep Learning QA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881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 source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Knowledge base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Text/context/data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09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Representation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Structured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 representations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Rules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Often explicit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 automatically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Handles natural language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Limited–moderate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Strong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578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Reasoning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Rule/graph based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Learned/neural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275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Missing knowledge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Major problem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Depends on training/retrieval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09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Examples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DB QA, KG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BERT, T5, Transformer QA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Answer type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Structured facts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Extracted/generated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972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Training requirement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Usually lower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Usually higher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Explainability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Often easier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Often harder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6908</Words>
  <Application>WPS Presentation</Application>
  <PresentationFormat>Widescreen</PresentationFormat>
  <Paragraphs>323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Answering in NLP</dc:title>
  <dc:creator/>
  <cp:lastModifiedBy>vinodha priya</cp:lastModifiedBy>
  <cp:revision>1</cp:revision>
  <dcterms:created xsi:type="dcterms:W3CDTF">2026-09-10T08:02:53Z</dcterms:created>
  <dcterms:modified xsi:type="dcterms:W3CDTF">2026-09-10T08:02:53Z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EE4FE56D3E8B4EA493770F8EA48E912F_12</vt:lpwstr>
  </property>
</Properties>
</file>