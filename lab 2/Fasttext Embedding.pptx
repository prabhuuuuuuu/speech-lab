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Fasttext Embedding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FastText embeddings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Developed by Facebook's AI Research (FAIR) lab.</a:t>
            </a:r>
            <a:endParaRPr lang="en-US" altLang="en-US"/>
          </a:p>
          <a:p>
            <a:r>
              <a:rPr lang="en-US" altLang="en-US"/>
              <a:t>Breaks entire words into smaller components called character n-grams. </a:t>
            </a:r>
            <a:endParaRPr lang="en-US" altLang="en-US"/>
          </a:p>
          <a:p>
            <a:r>
              <a:rPr lang="en-US" altLang="en-US"/>
              <a:t>Capture the semantic meaning of morphologically related words, even for out-of-vocabulary words or rare words.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FastText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Helps with rare words</a:t>
            </a:r>
            <a:endParaRPr lang="en-US" altLang="en-US"/>
          </a:p>
          <a:p>
            <a:r>
              <a:rPr lang="en-US" altLang="en-US"/>
              <a:t>Handles out-of-vocabulary (OOV) words</a:t>
            </a:r>
            <a:endParaRPr lang="en-US" altLang="en-US"/>
          </a:p>
          <a:p>
            <a:r>
              <a:rPr lang="en-US" altLang="en-US"/>
              <a:t>Captures morphology (prefix, suffix)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Need for word embedding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    Dimensionality Reduction: Represent words in a lower-dimensional continuous vector space, making it computationally efficient to handle extensive vocabularies.</a:t>
            </a:r>
            <a:endParaRPr lang="en-US" altLang="en-US"/>
          </a:p>
          <a:p>
            <a:r>
              <a:rPr lang="en-US" altLang="en-US"/>
              <a:t>    Semantic Similarity: understand synonyms, antonyms, and related meanings.</a:t>
            </a:r>
            <a:endParaRPr lang="en-US" altLang="en-US"/>
          </a:p>
          <a:p>
            <a:r>
              <a:rPr lang="en-US" altLang="en-US"/>
              <a:t>    Contextual Information: help models understand a word's meaning in context, crucial for tasks like sentiment analysis and named entity recognition.</a:t>
            </a:r>
            <a:endParaRPr lang="en-US" altLang="en-US"/>
          </a:p>
          <a:p>
            <a:r>
              <a:rPr lang="en-US" altLang="en-US"/>
              <a:t>    Generalization: generalize well to unseen words, learning from the distributional properties of words in training data.</a:t>
            </a:r>
            <a:endParaRPr lang="en-US" altLang="en-US"/>
          </a:p>
          <a:p>
            <a:r>
              <a:rPr lang="en-US" altLang="en-US"/>
              <a:t>    Feature Representation: Word embeddings serve as feature representations for machine learning models, enabling the application of various techniques to NLP tasks.</a:t>
            </a:r>
            <a:endParaRPr lang="en-US" altLang="en-US"/>
          </a:p>
          <a:p>
            <a:r>
              <a:rPr lang="en-US" altLang="en-US"/>
              <a:t>    Efficient Training: Models trained with word embeddings converge faster and often perform better than those using sparse representations.</a:t>
            </a:r>
            <a:endParaRPr lang="en-US" altLang="en-US"/>
          </a:p>
          <a:p>
            <a:r>
              <a:rPr lang="en-US" altLang="en-US"/>
              <a:t>    Transfer Learning: Pre-trained embeddings, like Word2Vec or GloVe, allow models to leverage knowledge from large corpora, even with limited task-specific data.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FastText embeddings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/>
              <a:t>Utilization of Character-Level Information: capture the internal structure of words, including prefixes, suffixes, and roots, which is particularly beneficial for morphologically rich languages where word formations follow specific rules.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Extension of Word2Vec Model: FastText is an extension of the Word2Vec model, which means inherits the advantages of Word2Vec, such as capturing semantic relationships between words and producing dense vector representations.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Handling Out-of-Vocabulary Words: words that are not present in the training data or vocabulary are also provided embeddings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FastText's Solution for OOV Words: FastText overcomes the limitation of OOV words by providing embeddings for character n-grams.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Improved Vector Representations for Morphologically Rich Languages: not only captures the semantic meaning but also the internal structure and syntactic relations of words, leading to more accurate and contextually rich embeddings.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FastText embeddings 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corpus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Sentence 1: data science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Sentence 2: data mining</a:t>
            </a:r>
            <a:endParaRPr lang="en-US" alt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/>
              <a:t>vocabulary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data, science, mining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FastText embeddings 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Choose Character n-grams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FastText usually uses n = 3 to 6.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simplicity, we use 3-grams (trigrams).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FastText adds boundary symbols &lt; and &gt;.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 altLang="en-US"/>
              <a:t>Generate n-grams: trigram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word: &lt;data&gt;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&lt;da , dat , ata , ta&gt;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word: &lt;science&gt;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&lt;sc , sci , cie , ien , enc , nce , ce&gt;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Assign Vector to Each n-gram</a:t>
            </a:r>
            <a:endParaRPr lang="en-US"/>
          </a:p>
        </p:txBody>
      </p:sp>
      <p:graphicFrame>
        <p:nvGraphicFramePr>
          <p:cNvPr id="8" name="Content Placeholder 7"/>
          <p:cNvGraphicFramePr/>
          <p:nvPr>
            <p:ph idx="1"/>
          </p:nvPr>
        </p:nvGraphicFramePr>
        <p:xfrm>
          <a:off x="838200" y="1825625"/>
          <a:ext cx="10515600" cy="315468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n-gram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Vector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&lt;da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[0.2, 0.1]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[0.3, 0.2]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ata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[0.4, 0.1]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ta&gt;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[0.1, 0.3]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&lt;sc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[0.5, 0.4]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sci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[0.6, 0.3]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cie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[0.4, 0.2]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ien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[0.3, 0.5]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enc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[0.2, 0.4]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nce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[0.3, 0.3]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ce&gt;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[0.4, 0.1]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Compute Word Embedding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p>
                <a:pPr marL="0" indent="0">
                  <a:buNone/>
                </a:pPr>
                <a:r>
                  <a:rPr lang="en-US" altLang="en-US"/>
                  <a:t>FastText Word Vector = Sum (or Average) of n-gram vectors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for data: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𝑑𝑎𝑡𝑎</m:t>
                        </m:r>
                      </m:e>
                    </m:acc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,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.</m:t>
                            </m:r>
                            <m:r>
                              <a:rPr lang="en-US" altLang="en-US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en-US"/>
                  <a:t>=[0.25,0.175]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For Science:</a:t>
                </a:r>
                <a:endParaRPr lang="en-US" alt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𝑆𝑐𝑖𝑒𝑛𝑐𝑒</m:t>
                          </m:r>
                        </m:e>
                      </m:acc>
                      <m:r>
                        <a:rPr lang="en-US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386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 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a:rPr lang="en-US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314</m:t>
                          </m:r>
                        </m:e>
                      </m:d>
                    </m:oMath>
                  </m:oMathPara>
                </a14:m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Handling an OOV Word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test word: </a:t>
            </a:r>
            <a:r>
              <a:rPr lang="en-US" altLang="en-US"/>
              <a:t>&lt;scientist&gt;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trigrams: &lt;sci, cie, ien, ent, nti, tis, ist, st&gt;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Since many n-grams (sci, cie, ien) were seen earlier,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FastText computes a meaningful vector instead of UNK.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note: </a:t>
            </a:r>
            <a:r>
              <a:rPr lang="en-US" altLang="en-US">
                <a:sym typeface="+mn-ea"/>
              </a:rPr>
              <a:t>UNK is unknown token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3325</Words>
  <Application>WPS Presentation</Application>
  <PresentationFormat>Widescreen</PresentationFormat>
  <Paragraphs>126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Cambria Math</vt:lpstr>
      <vt:lpstr>Calibri Light</vt:lpstr>
      <vt:lpstr>Microsoft YaHei</vt:lpstr>
      <vt:lpstr>Arial Unicode MS</vt:lpstr>
      <vt:lpstr>Calibri</vt:lpstr>
      <vt:lpstr>Office Theme</vt:lpstr>
      <vt:lpstr>Fasttext Embedding</vt:lpstr>
      <vt:lpstr>FastText embeddings </vt:lpstr>
      <vt:lpstr>FastText </vt:lpstr>
      <vt:lpstr>Need for word embedding</vt:lpstr>
      <vt:lpstr>FastText embeddings </vt:lpstr>
      <vt:lpstr>FastText embeddings </vt:lpstr>
      <vt:lpstr>FastText embeddings </vt:lpstr>
      <vt:lpstr>Assign Vector to Each n-gram</vt:lpstr>
      <vt:lpstr>Compute Word Embedding</vt:lpstr>
      <vt:lpstr>Handling an OOV Word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priya</cp:lastModifiedBy>
  <cp:revision>8</cp:revision>
  <dcterms:created xsi:type="dcterms:W3CDTF">2025-07-23T00:59:00Z</dcterms:created>
  <dcterms:modified xsi:type="dcterms:W3CDTF">2026-08-05T04:34:03Z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D6AF4E1FA048400B9385CB3A73C4FFED_11</vt:lpwstr>
  </property>
  <property fmtid="{D5CDD505-2E9C-101B-9397-08002B2CF9AE}" pid="3" name="KSOProductBuildVer">
    <vt:lpwstr>1033-12.1.0.28032</vt:lpwstr>
  </property>
</Properties>
</file>