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image" Target="../media/image1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2.xml"/><Relationship Id="rId4" Type="http://schemas.openxmlformats.org/officeDocument/2006/relationships/image" Target="../media/image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image" Target="../media/image3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Text Summarization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Deep Learning Models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sym typeface="+mn-ea"/>
              </a:rPr>
              <a:t>Text summarization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task of automatically generating a shorter version of a document while preserving its important information and meaning.</a:t>
            </a: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Deep Learning–based summarization is mainly divided into: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Extractive summarization – selects important sentences from the original text.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Abstractive summarization – generates new sentences using neural language models.</a:t>
            </a:r>
            <a:endParaRPr lang="en-US" altLang="en-US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RNN-Based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A basic RNN processes a sentence one word at a time.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 "The university organized an international AI conference."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RNN processes: The → university → organized → an → international → AI → conference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t</a:t>
            </a:r>
            <a:r>
              <a:rPr lang="en-US" altLang="en-US"/>
              <a:t>​=f(W</a:t>
            </a:r>
            <a:r>
              <a:rPr lang="en-US" altLang="en-US" baseline="-25000"/>
              <a:t>x</a:t>
            </a:r>
            <a:r>
              <a:rPr lang="en-US" altLang="en-US"/>
              <a:t>​x</a:t>
            </a:r>
            <a:r>
              <a:rPr lang="en-US" altLang="en-US" baseline="-25000"/>
              <a:t>t</a:t>
            </a:r>
            <a:r>
              <a:rPr lang="en-US" altLang="en-US"/>
              <a:t>​+W</a:t>
            </a:r>
            <a:r>
              <a:rPr lang="en-US" altLang="en-US" baseline="-25000"/>
              <a:t>h​</a:t>
            </a:r>
            <a:r>
              <a:rPr lang="en-US" altLang="en-US"/>
              <a:t>h</a:t>
            </a:r>
            <a:r>
              <a:rPr lang="en-US" altLang="en-US" baseline="-25000"/>
              <a:t>t−1</a:t>
            </a:r>
            <a:r>
              <a:rPr lang="en-US" altLang="en-US"/>
              <a:t>​+b)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</a:t>
            </a:r>
            <a:r>
              <a:rPr lang="en-US" altLang="en-US" baseline="-25000"/>
              <a:t>t</a:t>
            </a:r>
            <a:r>
              <a:rPr lang="en-US" altLang="en-US"/>
              <a:t> = current word representation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t</a:t>
            </a:r>
            <a:r>
              <a:rPr lang="en-US" altLang="en-US"/>
              <a:t> = current hidden state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</a:t>
            </a:r>
            <a:r>
              <a:rPr lang="en-US" altLang="en-US" baseline="-25000"/>
              <a:t>t-1</a:t>
            </a:r>
            <a:r>
              <a:rPr lang="en-US" altLang="en-US"/>
              <a:t> = previous hidden state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final hidden state attempts to represent the entire input.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Problem: Important information from the beginning can be lost. This is the long-term dependency problem.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Therefore, LSTM and GRU models became more useful.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LSTM for Text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LSTM introduces gates to control information flow.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Forget Gate, Input Gate, Output Gate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LSTM is therefore better at retaining important information over long sequences.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Encoder–Decoder / Seq2Seq Model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One of the most important deep-learning architectures for abstractive summarization is the Sequence-to-Sequence (Seq2Seq) model.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Example: "The government announced a new policy to promote renewable energy and reduce carbon emissions."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Expected summary: "Government announces renewable energy policy."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Encoder: The → government → announced → a → new → policy → .. converts it into a representation.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Decoder : The generation process can be represented as: P(Y∣X)=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  <m:e>
                        <m:r>
                          <a:rPr lang="en-US" altLang="en-US">
                            <a:sym typeface="+mn-ea"/>
                          </a:rPr>
                          <m:t>P(yt​∣y1​,...,yt−1​,X)</m:t>
                        </m:r>
                        <m:r>
                          <a:rPr lang="en-US" altLang="en-US"/>
                          <m:t> </m:t>
                        </m:r>
                      </m:e>
                    </m:nary>
                  </m:oMath>
                </a14:m>
                <a:r>
                  <a:rPr lang="en-US" altLang="en-US"/>
                  <a:t>​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Attention Mechanism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The biggest problem with the basic Seq2Seq model is the fixed-size context vector. Instead of forcing the decoder to use one vector, attention allows it to look at different parts of the input.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Suppose the input is: "The government announced a new renewable energy policy."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While generating:"renewable energy"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decoder can assign larger attention weights to: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renewable  → 0.35  energy → 0.40  government → 0.05   announced → 0.08  new→ 0.07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policy → 0.05. The context vector becomes:c</a:t>
                </a:r>
                <a:r>
                  <a:rPr lang="en-US" altLang="en-US" baseline="-25000"/>
                  <a:t>t</a:t>
                </a:r>
                <a:r>
                  <a:rPr lang="en-US" altLang="en-US"/>
                  <a:t>​=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en-US">
                            <a:sym typeface="+mn-ea"/>
                          </a:rPr>
                          <m:t>α</m:t>
                        </m:r>
                        <m:r>
                          <a:rPr lang="en-US" altLang="en-US" baseline="-25000">
                            <a:sym typeface="+mn-ea"/>
                          </a:rPr>
                          <m:t>t,i</m:t>
                        </m:r>
                        <m:r>
                          <a:rPr lang="en-US" altLang="en-US">
                            <a:sym typeface="+mn-ea"/>
                          </a:rPr>
                          <m:t>​h</m:t>
                        </m:r>
                        <m:r>
                          <a:rPr lang="en-US" altLang="en-US" baseline="-25000">
                            <a:sym typeface="+mn-ea"/>
                          </a:rPr>
                          <m:t>i</m:t>
                        </m:r>
                        <m:r>
                          <a:rPr lang="en-US" altLang="en-US">
                            <a:sym typeface="+mn-ea"/>
                          </a:rPr>
                          <m:t>​</m:t>
                        </m:r>
                        <m:r>
                          <a:rPr lang="en-US" altLang="en-US"/>
                          <m:t> </m:t>
                        </m:r>
                      </m:e>
                    </m:nary>
                  </m:oMath>
                </a14:m>
                <a:r>
                  <a:rPr lang="en-US" altLang="en-US"/>
                  <a:t>​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h</a:t>
                </a:r>
                <a:r>
                  <a:rPr lang="en-US" altLang="en-US" baseline="-25000"/>
                  <a:t>i </a:t>
                </a:r>
                <a:r>
                  <a:rPr lang="en-US" altLang="en-US"/>
                  <a:t>= encoder hidden state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∝</m:t>
                    </m:r>
                    <m:r>
                      <a:rPr lang="en-US" altLang="en-US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en-US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en-US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en-US"/>
                  <a:t>= attention weight c</a:t>
                </a:r>
                <a:r>
                  <a:rPr lang="en-US" altLang="en-US" baseline="-25000"/>
                  <a:t>t</a:t>
                </a:r>
                <a:r>
                  <a:rPr lang="en-US" altLang="en-US"/>
                  <a:t>= context vector for decoder step t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This significantly improves summarization.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Pointer-Generator Network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A major challenge in abstractive summarization is generating rare or unseen words.For example: Input: "Dr. A.P.J. Abdul Kalam..."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normal vocabulary-based decoder may not generate the exact name correctly.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Pointer-Generator Network combines: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Generate : Generate a word from the vocabulary.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Copy : Copy a word directly from the source document.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probability p</a:t>
            </a:r>
            <a:r>
              <a:rPr lang="en-US" altLang="en-US" baseline="-25000"/>
              <a:t>gen</a:t>
            </a:r>
            <a:r>
              <a:rPr lang="en-US" altLang="en-US"/>
              <a:t> determines whether to generate or copy: P(w)=p</a:t>
            </a:r>
            <a:r>
              <a:rPr lang="en-US" altLang="en-US" baseline="-25000"/>
              <a:t>gen</a:t>
            </a:r>
            <a:r>
              <a:rPr lang="en-US" altLang="en-US"/>
              <a:t>​P</a:t>
            </a:r>
            <a:r>
              <a:rPr lang="en-US" altLang="en-US" baseline="-25000"/>
              <a:t>vocab</a:t>
            </a:r>
            <a:r>
              <a:rPr lang="en-US" altLang="en-US"/>
              <a:t>​(w)+(1−p</a:t>
            </a:r>
            <a:r>
              <a:rPr lang="en-US" altLang="en-US" baseline="-25000"/>
              <a:t>gen</a:t>
            </a:r>
            <a:r>
              <a:rPr lang="en-US" altLang="en-US"/>
              <a:t>​)P</a:t>
            </a:r>
            <a:r>
              <a:rPr lang="en-US" altLang="en-US" baseline="-25000"/>
              <a:t>copy​</a:t>
            </a:r>
            <a:r>
              <a:rPr lang="en-US" altLang="en-US"/>
              <a:t>(w)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This is especially useful for: names, dates, technical terms, locations, rare words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Transformer-Based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Modern summarization systems largely use Transformers. Unlike RNNs/LSTMs, Transformers do not process words sequentially. They use self-attention.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Self-Attention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For each word, the Transformer generates: Query (Q), Key (K) and Value (V)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Attention(Q,K,V)=softmax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en-US"/>
                  <a:t>V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For example: "The bank approved the loan because it had sufficient funds." The word "it" should attend strongly to the appropriate preceding concept. 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Self-attention allows the model to establish such relationships even when words are far apart.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BERT for Extractive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BERT is primarily an encoder-only Transformer. For extractive summarization, the model can assign a score to every sentence.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│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├── Sentence 1 → 0.21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├── Sentence 2 → 0.83 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├── Sentence 3 → 0.31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├── Sentence 4 → 0.76 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└── Sentence 5 → 0.18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system selects the highest-scoring sentences.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Therefore: BERT → commonly used for extractive summarization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while encoder-decoder models such as BART/T5 are better suited to generation.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BART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BART is a Transformer encoder-decoder model. It is pretrained by corrupting text and asking the model to reconstruct the original text.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Original: The university organized an international AI conference.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Corrupted: The university _____ an international _____ conference.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BART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university organized an international AI conference.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After pretraining, it can be fine-tuned for summarization. BART is particularly effective for abstractive summarization because the decoder can generate fluent new text.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T5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T5 = Text-To-Text Transfer Transformer. T5 converts NLP tasks into a text-to-text format.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summarization: Input: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summarize: The university organized an international AI conference...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↓ T5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Output: University organizes international AI conference.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PEGASUS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PEGASUS was designed specifically with summarization in mind.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Its important pretraining objective is Gap Sentence Generation.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Suppose the document contains: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S1: Artificial intelligence is transforming healthcare.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S2: Hospitals are adopting AI-based diagnostic systems.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S3: These systems can identify diseases earlier.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model may remove an important sentence: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S1: Artificial intelligence is transforming healthcare.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S2: [MASKED]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S3: These systems can identify diseases earlier.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model learns to generate the missing important sentence.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This makes the pretraining task closely related to summarization.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5346</Words>
  <Application>WPS Presentation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MS PGothic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Summarization</dc:title>
  <dc:creator>priya</dc:creator>
  <cp:lastModifiedBy>vinodha priya</cp:lastModifiedBy>
  <cp:revision>1</cp:revision>
  <dcterms:created xsi:type="dcterms:W3CDTF">2026-09-01T10:23:45Z</dcterms:created>
  <dcterms:modified xsi:type="dcterms:W3CDTF">2026-09-01T10:23:45Z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57DD6523CCD842368132A02E87FBBEBA_11</vt:lpwstr>
  </property>
</Properties>
</file>