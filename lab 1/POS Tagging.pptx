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POS Tagging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POS Tagging (Part-of-Speech Tagging) in NLP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Definition: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process of assigning a grammatical category (part of speech) to each word in a sentence.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It is an important preprocessing step in Natural Language Processing (NLP).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Common POS Tags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1550035" y="1598295"/>
          <a:ext cx="9361805" cy="4653280"/>
        </p:xfrm>
        <a:graphic>
          <a:graphicData uri="http://schemas.openxmlformats.org/drawingml/2006/table">
            <a:tbl>
              <a:tblPr/>
              <a:tblGrid>
                <a:gridCol w="2670175"/>
                <a:gridCol w="3065145"/>
                <a:gridCol w="3626485"/>
              </a:tblGrid>
              <a:tr h="3733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Tag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Example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Noun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book, car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Plural Noun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books, cars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PRP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Pronoun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he, she, they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974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VB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Verb (base form)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run, eat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974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VBD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Verb (past tense)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ran, ate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VBG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Verb (gerund)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running, eating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JJ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Adjective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beautiful, big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RB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Adverb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quickly, slowly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Preposition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in, on, at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Determiner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a, an, the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CC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Conjunction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and, but, or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Sentence: "The cat is sleeping peacefully."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POS Tags: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The → DT (Determiner)</a:t>
            </a:r>
            <a:endParaRPr lang="en-US" altLang="en-US"/>
          </a:p>
          <a:p>
            <a:r>
              <a:rPr lang="en-US" altLang="en-US"/>
              <a:t>cat → NN (Noun)</a:t>
            </a:r>
            <a:endParaRPr lang="en-US" altLang="en-US"/>
          </a:p>
          <a:p>
            <a:r>
              <a:rPr lang="en-US" altLang="en-US"/>
              <a:t>is → VBZ (Verb)</a:t>
            </a:r>
            <a:endParaRPr lang="en-US" altLang="en-US"/>
          </a:p>
          <a:p>
            <a:r>
              <a:rPr lang="en-US" altLang="en-US"/>
              <a:t>sleeping → VBG (Verb, gerund)</a:t>
            </a:r>
            <a:endParaRPr lang="en-US" altLang="en-US"/>
          </a:p>
          <a:p>
            <a:r>
              <a:rPr lang="en-US" altLang="en-US"/>
              <a:t>peacefully → RB (Adverb)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Methods of POS Tagging: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>
              <a:buAutoNum type="arabicPeriod"/>
            </a:pPr>
            <a:r>
              <a:rPr lang="en-US" altLang="en-US"/>
              <a:t>Rule-based Tagging – Uses hand-crafted grammar rules.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Statistical Tagging – Uses probabilistic models like Hidden Markov Models (HMM).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Machine Learning Tagging – Uses algorithms such as Conditional Random Fields (CRF) and Support Vector Machines (SVM).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Deep Learning Tagging – Uses RNNs, LSTMs, GRUs, and Transformer-based models (e.g., BERT).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737*345"/>
  <p:tag name="TABLE_ENDDRAG_RECT" val="122*125*737*345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WPS Presentation</Application>
  <PresentationFormat>Widescreen</PresentationFormat>
  <Paragraphs>101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WPS</vt:lpstr>
      <vt:lpstr>POS Tagging</vt:lpstr>
      <vt:lpstr>POS Tagging (Part-of-Speech Tagging) in NLP</vt:lpstr>
      <vt:lpstr>Common POS Tags</vt:lpstr>
      <vt:lpstr>Example</vt:lpstr>
      <vt:lpstr>Methods of POS Tagging: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Tagging</dc:title>
  <dc:creator>priya</dc:creator>
  <cp:lastModifiedBy>vinodha priya</cp:lastModifiedBy>
  <cp:revision>2</cp:revision>
  <dcterms:created xsi:type="dcterms:W3CDTF">2026-07-14T06:47:00Z</dcterms:created>
  <dcterms:modified xsi:type="dcterms:W3CDTF">2026-07-15T10:54:16Z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316485353E514B39A685CE4ACC056B85_11</vt:lpwstr>
  </property>
</Properties>
</file>